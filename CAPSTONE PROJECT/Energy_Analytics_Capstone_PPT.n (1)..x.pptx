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5" r:id="rId3"/>
    <p:sldId id="273" r:id="rId4"/>
    <p:sldId id="291" r:id="rId5"/>
    <p:sldId id="290" r:id="rId6"/>
    <p:sldId id="272" r:id="rId7"/>
  </p:sldIdLst>
  <p:sldSz cx="24384000" cy="13716000"/>
  <p:notesSz cx="6858000" cy="9144000"/>
  <p:embeddedFontLst>
    <p:embeddedFont>
      <p:font typeface="Helvetica Neue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AAD02-7F35-4800-A305-8EBD77BE4CC0}" v="4" dt="2026-05-26T17:04:48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13602770" y="9947799"/>
            <a:ext cx="10476429" cy="31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M.Tilok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(192525136)    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R.RohithManikanta-192425326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N.santhosh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(192572107)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R.Thrishank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(192572182)</a:t>
            </a:r>
          </a:p>
          <a:p>
            <a:pPr marL="0" indent="0"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00250" y="10622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Chennai-602105.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1;g36bc379c7b1_0_551">
            <a:extLst>
              <a:ext uri="{FF2B5EF4-FFF2-40B4-BE49-F238E27FC236}">
                <a16:creationId xmlns:a16="http://schemas.microsoft.com/office/drawing/2014/main" id="{06ABB6DC-BFD1-D94A-68A8-5DD5F0889C39}"/>
              </a:ext>
            </a:extLst>
          </p:cNvPr>
          <p:cNvSpPr txBox="1">
            <a:spLocks/>
          </p:cNvSpPr>
          <p:nvPr/>
        </p:nvSpPr>
        <p:spPr>
          <a:xfrm>
            <a:off x="1631590" y="4188039"/>
            <a:ext cx="21108419" cy="21282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just">
              <a:buClr>
                <a:schemeClr val="accent1"/>
              </a:buClr>
            </a:pPr>
            <a:r>
              <a:rPr lang="en-US" sz="5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Energy Consumption  Analytics and Forecasting System</a:t>
            </a:r>
          </a:p>
          <a:p>
            <a:pPr algn="just">
              <a:buClr>
                <a:schemeClr val="accent1"/>
              </a:buClr>
            </a:pPr>
            <a:r>
              <a:rPr lang="en-US" sz="5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Usage Pattern Mining and  Multidimensional OLAP Analysis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D76B1B10-E9A4-D075-9749-8A88F72A16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4" name="object 6">
            <a:extLst>
              <a:ext uri="{FF2B5EF4-FFF2-40B4-BE49-F238E27FC236}">
                <a16:creationId xmlns:a16="http://schemas.microsoft.com/office/drawing/2014/main" id="{A7AA76D9-09E6-8551-D062-91C286EC268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75780" y="370756"/>
            <a:ext cx="2413387" cy="2553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C3B9B9-AE4C-3D92-4FD9-3851472D2DF2}"/>
              </a:ext>
            </a:extLst>
          </p:cNvPr>
          <p:cNvSpPr txBox="1"/>
          <p:nvPr/>
        </p:nvSpPr>
        <p:spPr>
          <a:xfrm>
            <a:off x="1820071" y="7044096"/>
            <a:ext cx="21647412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5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CSA1614- Data warehousing and </a:t>
            </a:r>
            <a:r>
              <a:rPr lang="en-US" sz="5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5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Mining</a:t>
            </a:r>
          </a:p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CEC77-7BF4-3511-5D4F-FC513A8EE853}"/>
              </a:ext>
            </a:extLst>
          </p:cNvPr>
          <p:cNvSpPr txBox="1"/>
          <p:nvPr/>
        </p:nvSpPr>
        <p:spPr>
          <a:xfrm>
            <a:off x="1200249" y="9947799"/>
            <a:ext cx="95685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:-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Renuga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Professor/Programming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01ED-AC8E-E9E5-1C12-1A0220BC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C3EA8F2-2215-2338-EE4B-DA64F5EA30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522F466E-A3C5-3FE9-8A37-A3212426C4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39940" y="228516"/>
            <a:ext cx="2413387" cy="2553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999BCD2-91EE-DF99-120B-79711E08B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21384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presents an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energy consumption data to find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patterns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forecast future demand.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cleaned and stored in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processed using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KNIME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workflows and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scripts.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groups consumers by usage behavior, while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Classification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 consumption levels.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OLAP analysis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explores consumption by time, location and consumer type.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4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4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presents the results for efficient energy management and planning.</a:t>
            </a:r>
          </a:p>
        </p:txBody>
      </p:sp>
    </p:spTree>
    <p:extLst>
      <p:ext uri="{BB962C8B-B14F-4D97-AF65-F5344CB8AC3E}">
        <p14:creationId xmlns:p14="http://schemas.microsoft.com/office/powerpoint/2010/main" val="74288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4CDE-6CD0-ECE2-57CA-5D1EB6A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903E743A-6BBF-5457-3DCB-3D8A39A36A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14461"/>
            <a:ext cx="2241428" cy="2717884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BB0F8A1C-5281-E39B-EE1D-FFD1F64824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19620" y="269156"/>
            <a:ext cx="2413387" cy="2553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F574A9-1463-348C-9E3E-D8D1B1C2F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4674" y="4076180"/>
            <a:ext cx="6940686" cy="857560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EF8812-036F-9BF0-6D19-A27A3154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15000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demand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it important to understand how and when electricity is consumed.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smart meter data is large and rarely turned into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insight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uncover hidden usage patterns and support better energy planning.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integrates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management, pattern mining, forecasting and OLAP analysis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reduce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wastage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enable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863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01ED-AC8E-E9E5-1C12-1A0220BC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C3EA8F2-2215-2338-EE4B-DA64F5EA30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522F466E-A3C5-3FE9-8A37-A3212426C4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39940" y="228516"/>
            <a:ext cx="2413387" cy="2553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999BCD2-91EE-DF99-120B-79711E08B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21384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preprocessing, model building and visualization.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 warehouse for storing energy data and running OLAP queries.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KNIME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visual workflows for data preparation, mining and evaluation.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&amp; Bayesian Classification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predicting energy consumption levels.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32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(K-Means)</a:t>
            </a:r>
            <a:r>
              <a:rPr lang="en-US" sz="4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grouping consumers with similar usage patterns.</a:t>
            </a:r>
          </a:p>
        </p:txBody>
      </p:sp>
    </p:spTree>
    <p:extLst>
      <p:ext uri="{BB962C8B-B14F-4D97-AF65-F5344CB8AC3E}">
        <p14:creationId xmlns:p14="http://schemas.microsoft.com/office/powerpoint/2010/main" val="74288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4CDE-6CD0-ECE2-57CA-5D1EB6A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000" y="2372974"/>
            <a:ext cx="18384000" cy="143310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903E743A-6BBF-5457-3DCB-3D8A39A36A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14461"/>
            <a:ext cx="2241428" cy="2717884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BB0F8A1C-5281-E39B-EE1D-FFD1F64824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19620" y="269156"/>
            <a:ext cx="2413387" cy="2553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CEF8812-036F-9BF0-6D19-A27A3154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000" y="4400000"/>
            <a:ext cx="21384000" cy="8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 Management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Collects, cleans and stores energy data in a MySQL database.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Energy Consumption Analytics &amp; Clustering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consumers and time periods by usage patterns using K-Means.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Energy Forecasting &amp; Prediction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consumption levels using Decision Tree and Bayesian models.</a:t>
            </a:r>
          </a:p>
          <a:p>
            <a:pPr marL="571500" indent="-571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OLAP &amp; Visualization Dashboard</a:t>
            </a:r>
          </a:p>
          <a:p>
            <a:pPr marL="571500" indent="0" algn="l">
              <a:lnSpc>
                <a:spcPct val="130000"/>
              </a:lnSpc>
              <a:spcBef>
                <a:spcPts val="0"/>
              </a:spcBef>
              <a:spcAft>
                <a:spcPts val="2800"/>
              </a:spcAft>
              <a:buNone/>
            </a:pPr>
            <a:r>
              <a:rPr lang="en-US" sz="4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multidimensional analysis with interactive charts and dashboards.</a:t>
            </a:r>
          </a:p>
        </p:txBody>
      </p:sp>
    </p:spTree>
    <p:extLst>
      <p:ext uri="{BB962C8B-B14F-4D97-AF65-F5344CB8AC3E}">
        <p14:creationId xmlns:p14="http://schemas.microsoft.com/office/powerpoint/2010/main" val="139863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1CAC7E-F6CD-6280-766D-1C2DFE42E6F7}"/>
              </a:ext>
            </a:extLst>
          </p:cNvPr>
          <p:cNvSpPr txBox="1"/>
          <p:nvPr/>
        </p:nvSpPr>
        <p:spPr>
          <a:xfrm>
            <a:off x="3725628" y="4962624"/>
            <a:ext cx="134377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</a:p>
          <a:p>
            <a:pPr algn="ctr"/>
            <a:r>
              <a:rPr lang="en-US" sz="10000" b="1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YOU</a:t>
            </a:r>
            <a:endParaRPr lang="en-IN" sz="10000" b="1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B18FE7E5-528C-80C7-6DB8-BC4154109F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2" y="234781"/>
            <a:ext cx="2241428" cy="2717884"/>
          </a:xfrm>
          <a:prstGeom prst="rect">
            <a:avLst/>
          </a:prstGeom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7D71E952-4FA5-92C9-8D07-E7E7D815E11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39940" y="208196"/>
            <a:ext cx="2413387" cy="25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77928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353</Words>
  <Application>Microsoft Office PowerPoint</Application>
  <PresentationFormat>Custom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Times New Roman</vt:lpstr>
      <vt:lpstr>Helvetica Neue</vt:lpstr>
      <vt:lpstr>Arial</vt:lpstr>
      <vt:lpstr>21_BasicWhite</vt:lpstr>
      <vt:lpstr>PowerPoint Presentation</vt:lpstr>
      <vt:lpstr>ABSTRACT</vt:lpstr>
      <vt:lpstr>INTRODUCTION</vt:lpstr>
      <vt:lpstr>TOOLS AND TECHNOLOGIES</vt:lpstr>
      <vt:lpstr>INDIVIDUAL CONTRIBUTION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DEEKSHITHA 🤎</cp:lastModifiedBy>
  <cp:revision>12</cp:revision>
  <dcterms:modified xsi:type="dcterms:W3CDTF">2026-10-16T08:29:57Z</dcterms:modified>
</cp:coreProperties>
</file>